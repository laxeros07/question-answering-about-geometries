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EFF2"/>
    <a:srgbClr val="211912"/>
    <a:srgbClr val="469F4E"/>
    <a:srgbClr val="FFCC00"/>
    <a:srgbClr val="F04B23"/>
    <a:srgbClr val="00AEFF"/>
    <a:srgbClr val="3A27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37AB0C-E0AF-4C0C-BE37-AB7ED15B048F}" type="doc">
      <dgm:prSet loTypeId="urn:microsoft.com/office/officeart/2005/8/layout/target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A22305EB-1B03-4D18-BA58-CED9D46B982A}">
      <dgm:prSet phldrT="[Text]"/>
      <dgm:spPr/>
      <dgm:t>
        <a:bodyPr/>
        <a:lstStyle/>
        <a:p>
          <a:r>
            <a:rPr lang="de-DE" dirty="0"/>
            <a:t>Administrative Community</a:t>
          </a:r>
        </a:p>
      </dgm:t>
    </dgm:pt>
    <dgm:pt modelId="{0959149F-9FE5-4B65-8DB2-DDEB7BE0F501}" type="parTrans" cxnId="{A2242E1B-580F-4D6C-9750-A1CD39CF4E21}">
      <dgm:prSet/>
      <dgm:spPr/>
      <dgm:t>
        <a:bodyPr/>
        <a:lstStyle/>
        <a:p>
          <a:endParaRPr lang="de-DE"/>
        </a:p>
      </dgm:t>
    </dgm:pt>
    <dgm:pt modelId="{18153798-63DC-4217-ABFB-E517161EFB50}" type="sibTrans" cxnId="{A2242E1B-580F-4D6C-9750-A1CD39CF4E21}">
      <dgm:prSet/>
      <dgm:spPr/>
      <dgm:t>
        <a:bodyPr/>
        <a:lstStyle/>
        <a:p>
          <a:endParaRPr lang="de-DE"/>
        </a:p>
      </dgm:t>
    </dgm:pt>
    <dgm:pt modelId="{1A03BC92-3297-47ED-BB95-44C89D6AC3F9}">
      <dgm:prSet phldrT="[Text]" phldr="0"/>
      <dgm:spPr/>
      <dgm:t>
        <a:bodyPr/>
        <a:lstStyle/>
        <a:p>
          <a:r>
            <a:rPr lang="de-DE" dirty="0" err="1"/>
            <a:t>District</a:t>
          </a:r>
          <a:endParaRPr lang="de-DE" dirty="0"/>
        </a:p>
      </dgm:t>
    </dgm:pt>
    <dgm:pt modelId="{9FE9AF8F-2B32-40C8-9EAE-815D36897FAC}" type="parTrans" cxnId="{09E7C24F-8DA2-4B4E-8232-F9025C62F8AF}">
      <dgm:prSet/>
      <dgm:spPr/>
      <dgm:t>
        <a:bodyPr/>
        <a:lstStyle/>
        <a:p>
          <a:endParaRPr lang="de-DE"/>
        </a:p>
      </dgm:t>
    </dgm:pt>
    <dgm:pt modelId="{0EEF60EA-6411-4E52-99F9-8167DEB223D1}" type="sibTrans" cxnId="{09E7C24F-8DA2-4B4E-8232-F9025C62F8AF}">
      <dgm:prSet/>
      <dgm:spPr/>
      <dgm:t>
        <a:bodyPr/>
        <a:lstStyle/>
        <a:p>
          <a:endParaRPr lang="de-DE"/>
        </a:p>
      </dgm:t>
    </dgm:pt>
    <dgm:pt modelId="{E77ACCF1-D4F5-4D1E-B304-AB76185F211F}">
      <dgm:prSet phldrT="[Text]"/>
      <dgm:spPr/>
      <dgm:t>
        <a:bodyPr/>
        <a:lstStyle/>
        <a:p>
          <a:r>
            <a:rPr lang="de-DE"/>
            <a:t>City</a:t>
          </a:r>
        </a:p>
      </dgm:t>
    </dgm:pt>
    <dgm:pt modelId="{B21D7A12-0873-46CD-959A-2C9C526E3839}" type="parTrans" cxnId="{4E987869-33B3-4840-A5BD-2A8CEB2A09FA}">
      <dgm:prSet/>
      <dgm:spPr/>
      <dgm:t>
        <a:bodyPr/>
        <a:lstStyle/>
        <a:p>
          <a:endParaRPr lang="de-DE"/>
        </a:p>
      </dgm:t>
    </dgm:pt>
    <dgm:pt modelId="{568CA2F9-BEAE-4EE8-9DC2-7CF5C910BD07}" type="sibTrans" cxnId="{4E987869-33B3-4840-A5BD-2A8CEB2A09FA}">
      <dgm:prSet/>
      <dgm:spPr/>
      <dgm:t>
        <a:bodyPr/>
        <a:lstStyle/>
        <a:p>
          <a:endParaRPr lang="de-DE"/>
        </a:p>
      </dgm:t>
    </dgm:pt>
    <dgm:pt modelId="{E4D84FF1-6965-4838-8DC0-EF27B3C91D30}">
      <dgm:prSet phldrT="[Text]" phldr="0"/>
      <dgm:spPr/>
      <dgm:t>
        <a:bodyPr/>
        <a:lstStyle/>
        <a:p>
          <a:r>
            <a:rPr lang="de-DE" dirty="0"/>
            <a:t>Administrative </a:t>
          </a:r>
          <a:r>
            <a:rPr lang="de-DE" dirty="0" err="1"/>
            <a:t>District</a:t>
          </a:r>
          <a:endParaRPr lang="de-DE" dirty="0"/>
        </a:p>
      </dgm:t>
    </dgm:pt>
    <dgm:pt modelId="{E2B0CB17-0FF3-47D3-96AE-947662D1DBDC}" type="parTrans" cxnId="{069A6287-0D4A-4DDD-86C0-DC11AA8C1A2D}">
      <dgm:prSet/>
      <dgm:spPr/>
      <dgm:t>
        <a:bodyPr/>
        <a:lstStyle/>
        <a:p>
          <a:endParaRPr lang="de-DE"/>
        </a:p>
      </dgm:t>
    </dgm:pt>
    <dgm:pt modelId="{A6AF99EB-9508-4880-AD68-F046C6E5B9A4}" type="sibTrans" cxnId="{069A6287-0D4A-4DDD-86C0-DC11AA8C1A2D}">
      <dgm:prSet/>
      <dgm:spPr/>
      <dgm:t>
        <a:bodyPr/>
        <a:lstStyle/>
        <a:p>
          <a:endParaRPr lang="de-DE"/>
        </a:p>
      </dgm:t>
    </dgm:pt>
    <dgm:pt modelId="{6B646702-CFAE-4CB3-ACC7-B3A61DA8692A}">
      <dgm:prSet phldrT="[Text]" phldr="0"/>
      <dgm:spPr/>
      <dgm:t>
        <a:bodyPr/>
        <a:lstStyle/>
        <a:p>
          <a:r>
            <a:rPr lang="de-DE" dirty="0"/>
            <a:t>Federal State</a:t>
          </a:r>
        </a:p>
      </dgm:t>
    </dgm:pt>
    <dgm:pt modelId="{BA14343D-9B9C-4947-A6BD-52C97210853F}" type="parTrans" cxnId="{5AF41FCC-BA17-4A88-B20C-898FAE15130D}">
      <dgm:prSet/>
      <dgm:spPr/>
      <dgm:t>
        <a:bodyPr/>
        <a:lstStyle/>
        <a:p>
          <a:endParaRPr lang="de-DE"/>
        </a:p>
      </dgm:t>
    </dgm:pt>
    <dgm:pt modelId="{7966CD6D-96D9-4C03-BB02-DB98D0823A7B}" type="sibTrans" cxnId="{5AF41FCC-BA17-4A88-B20C-898FAE15130D}">
      <dgm:prSet/>
      <dgm:spPr/>
      <dgm:t>
        <a:bodyPr/>
        <a:lstStyle/>
        <a:p>
          <a:endParaRPr lang="de-DE"/>
        </a:p>
      </dgm:t>
    </dgm:pt>
    <dgm:pt modelId="{33229EE6-7334-482A-A8CC-804E59020C6D}">
      <dgm:prSet phldrT="[Text]" phldr="0"/>
      <dgm:spPr/>
    </dgm:pt>
    <dgm:pt modelId="{6FBEA1B1-CFDE-4F87-A16B-25A80003FB42}" type="parTrans" cxnId="{DEC1E4FF-EE3D-43FB-9B6C-83A105B5E985}">
      <dgm:prSet/>
      <dgm:spPr/>
      <dgm:t>
        <a:bodyPr/>
        <a:lstStyle/>
        <a:p>
          <a:endParaRPr lang="de-DE"/>
        </a:p>
      </dgm:t>
    </dgm:pt>
    <dgm:pt modelId="{1B3886C6-6ADD-4F83-98C3-EE2B63F93825}" type="sibTrans" cxnId="{DEC1E4FF-EE3D-43FB-9B6C-83A105B5E985}">
      <dgm:prSet/>
      <dgm:spPr/>
      <dgm:t>
        <a:bodyPr/>
        <a:lstStyle/>
        <a:p>
          <a:endParaRPr lang="de-DE"/>
        </a:p>
      </dgm:t>
    </dgm:pt>
    <dgm:pt modelId="{66A0026E-2BD1-4A1C-9BC9-812B26563274}" type="pres">
      <dgm:prSet presAssocID="{3F37AB0C-E0AF-4C0C-BE37-AB7ED15B048F}" presName="composite" presStyleCnt="0">
        <dgm:presLayoutVars>
          <dgm:chMax val="5"/>
          <dgm:dir/>
          <dgm:resizeHandles val="exact"/>
        </dgm:presLayoutVars>
      </dgm:prSet>
      <dgm:spPr/>
    </dgm:pt>
    <dgm:pt modelId="{D4797622-72C1-4039-8DE4-16306FE4C580}" type="pres">
      <dgm:prSet presAssocID="{E77ACCF1-D4F5-4D1E-B304-AB76185F211F}" presName="circle1" presStyleLbl="lnNode1" presStyleIdx="0" presStyleCnt="5"/>
      <dgm:spPr>
        <a:solidFill>
          <a:srgbClr val="3A27D0"/>
        </a:solidFill>
        <a:ln>
          <a:solidFill>
            <a:srgbClr val="EDEFF2"/>
          </a:solidFill>
        </a:ln>
      </dgm:spPr>
    </dgm:pt>
    <dgm:pt modelId="{4E060209-601B-4ED5-9CA8-2F3D7F85D8CC}" type="pres">
      <dgm:prSet presAssocID="{E77ACCF1-D4F5-4D1E-B304-AB76185F211F}" presName="text1" presStyleLbl="revTx" presStyleIdx="0" presStyleCnt="5">
        <dgm:presLayoutVars>
          <dgm:bulletEnabled val="1"/>
        </dgm:presLayoutVars>
      </dgm:prSet>
      <dgm:spPr/>
    </dgm:pt>
    <dgm:pt modelId="{AC4D1EDD-D456-41A6-BB82-A1F8935595B6}" type="pres">
      <dgm:prSet presAssocID="{E77ACCF1-D4F5-4D1E-B304-AB76185F211F}" presName="line1" presStyleLbl="callout" presStyleIdx="0" presStyleCnt="10"/>
      <dgm:spPr>
        <a:ln w="38100">
          <a:solidFill>
            <a:schemeClr val="bg1">
              <a:lumMod val="75000"/>
            </a:schemeClr>
          </a:solidFill>
        </a:ln>
      </dgm:spPr>
    </dgm:pt>
    <dgm:pt modelId="{1FEC6176-40DE-4BD0-B050-C0F077823D3B}" type="pres">
      <dgm:prSet presAssocID="{E77ACCF1-D4F5-4D1E-B304-AB76185F211F}" presName="d1" presStyleLbl="callout" presStyleIdx="1" presStyleCnt="10"/>
      <dgm:spPr>
        <a:ln w="38100">
          <a:solidFill>
            <a:schemeClr val="bg1">
              <a:lumMod val="75000"/>
            </a:schemeClr>
          </a:solidFill>
        </a:ln>
      </dgm:spPr>
    </dgm:pt>
    <dgm:pt modelId="{4BC89196-F6C2-4EB0-A202-A19735FA7DA8}" type="pres">
      <dgm:prSet presAssocID="{A22305EB-1B03-4D18-BA58-CED9D46B982A}" presName="circle2" presStyleLbl="lnNode1" presStyleIdx="1" presStyleCnt="5"/>
      <dgm:spPr>
        <a:solidFill>
          <a:srgbClr val="00AEFF"/>
        </a:solidFill>
        <a:ln>
          <a:solidFill>
            <a:srgbClr val="EDEFF2"/>
          </a:solidFill>
        </a:ln>
      </dgm:spPr>
    </dgm:pt>
    <dgm:pt modelId="{D58904A3-9191-4401-ACE0-EF54EC69B6C9}" type="pres">
      <dgm:prSet presAssocID="{A22305EB-1B03-4D18-BA58-CED9D46B982A}" presName="text2" presStyleLbl="revTx" presStyleIdx="1" presStyleCnt="5">
        <dgm:presLayoutVars>
          <dgm:bulletEnabled val="1"/>
        </dgm:presLayoutVars>
      </dgm:prSet>
      <dgm:spPr/>
    </dgm:pt>
    <dgm:pt modelId="{261AD1BE-AF63-46A7-A03A-42105021AA98}" type="pres">
      <dgm:prSet presAssocID="{A22305EB-1B03-4D18-BA58-CED9D46B982A}" presName="line2" presStyleLbl="callout" presStyleIdx="2" presStyleCnt="10"/>
      <dgm:spPr>
        <a:ln w="38100">
          <a:solidFill>
            <a:schemeClr val="bg1">
              <a:lumMod val="75000"/>
            </a:schemeClr>
          </a:solidFill>
        </a:ln>
      </dgm:spPr>
    </dgm:pt>
    <dgm:pt modelId="{56DFE774-4773-43A3-8802-BF68728608C4}" type="pres">
      <dgm:prSet presAssocID="{A22305EB-1B03-4D18-BA58-CED9D46B982A}" presName="d2" presStyleLbl="callout" presStyleIdx="3" presStyleCnt="10"/>
      <dgm:spPr>
        <a:ln w="38100">
          <a:solidFill>
            <a:schemeClr val="bg1">
              <a:lumMod val="75000"/>
            </a:schemeClr>
          </a:solidFill>
        </a:ln>
      </dgm:spPr>
    </dgm:pt>
    <dgm:pt modelId="{1BE05CA1-2C34-4118-BABF-09BCC7C1D3D9}" type="pres">
      <dgm:prSet presAssocID="{1A03BC92-3297-47ED-BB95-44C89D6AC3F9}" presName="circle3" presStyleLbl="lnNode1" presStyleIdx="2" presStyleCnt="5"/>
      <dgm:spPr>
        <a:solidFill>
          <a:srgbClr val="F04B23"/>
        </a:solidFill>
        <a:ln>
          <a:solidFill>
            <a:srgbClr val="EDEFF2"/>
          </a:solidFill>
        </a:ln>
      </dgm:spPr>
    </dgm:pt>
    <dgm:pt modelId="{3C54F02C-DB44-42BE-A79E-B61781816164}" type="pres">
      <dgm:prSet presAssocID="{1A03BC92-3297-47ED-BB95-44C89D6AC3F9}" presName="text3" presStyleLbl="revTx" presStyleIdx="2" presStyleCnt="5">
        <dgm:presLayoutVars>
          <dgm:bulletEnabled val="1"/>
        </dgm:presLayoutVars>
      </dgm:prSet>
      <dgm:spPr/>
    </dgm:pt>
    <dgm:pt modelId="{ED7A8088-823F-42AF-BC3C-1B4330E8053D}" type="pres">
      <dgm:prSet presAssocID="{1A03BC92-3297-47ED-BB95-44C89D6AC3F9}" presName="line3" presStyleLbl="callout" presStyleIdx="4" presStyleCnt="10"/>
      <dgm:spPr>
        <a:ln w="38100">
          <a:solidFill>
            <a:schemeClr val="bg1">
              <a:lumMod val="75000"/>
            </a:schemeClr>
          </a:solidFill>
        </a:ln>
      </dgm:spPr>
    </dgm:pt>
    <dgm:pt modelId="{5657DA8D-F733-4612-AC2A-2E89ABF7FC39}" type="pres">
      <dgm:prSet presAssocID="{1A03BC92-3297-47ED-BB95-44C89D6AC3F9}" presName="d3" presStyleLbl="callout" presStyleIdx="5" presStyleCnt="10"/>
      <dgm:spPr>
        <a:ln w="38100">
          <a:solidFill>
            <a:schemeClr val="bg1">
              <a:lumMod val="75000"/>
            </a:schemeClr>
          </a:solidFill>
        </a:ln>
      </dgm:spPr>
    </dgm:pt>
    <dgm:pt modelId="{E5A418E9-0166-422F-8D6C-6DF61BC6AD7B}" type="pres">
      <dgm:prSet presAssocID="{E4D84FF1-6965-4838-8DC0-EF27B3C91D30}" presName="circle4" presStyleLbl="lnNode1" presStyleIdx="3" presStyleCnt="5"/>
      <dgm:spPr>
        <a:solidFill>
          <a:srgbClr val="FFCC00"/>
        </a:solidFill>
        <a:ln>
          <a:solidFill>
            <a:srgbClr val="EDEFF2"/>
          </a:solidFill>
        </a:ln>
      </dgm:spPr>
    </dgm:pt>
    <dgm:pt modelId="{A22BA3FD-52B7-4920-AEE4-ADA76EBF5439}" type="pres">
      <dgm:prSet presAssocID="{E4D84FF1-6965-4838-8DC0-EF27B3C91D30}" presName="text4" presStyleLbl="revTx" presStyleIdx="3" presStyleCnt="5">
        <dgm:presLayoutVars>
          <dgm:bulletEnabled val="1"/>
        </dgm:presLayoutVars>
      </dgm:prSet>
      <dgm:spPr/>
    </dgm:pt>
    <dgm:pt modelId="{2E89DD40-B16C-446A-87C4-995C61C76BB9}" type="pres">
      <dgm:prSet presAssocID="{E4D84FF1-6965-4838-8DC0-EF27B3C91D30}" presName="line4" presStyleLbl="callout" presStyleIdx="6" presStyleCnt="10" custLinFactNeighborX="5806"/>
      <dgm:spPr>
        <a:ln w="38100">
          <a:solidFill>
            <a:schemeClr val="bg1">
              <a:lumMod val="75000"/>
            </a:schemeClr>
          </a:solidFill>
        </a:ln>
      </dgm:spPr>
    </dgm:pt>
    <dgm:pt modelId="{CF9B4F84-DEA8-43A4-B197-C991A747C42D}" type="pres">
      <dgm:prSet presAssocID="{E4D84FF1-6965-4838-8DC0-EF27B3C91D30}" presName="d4" presStyleLbl="callout" presStyleIdx="7" presStyleCnt="10" custLinFactNeighborX="2433"/>
      <dgm:spPr>
        <a:ln w="38100">
          <a:solidFill>
            <a:schemeClr val="bg1">
              <a:lumMod val="75000"/>
            </a:schemeClr>
          </a:solidFill>
        </a:ln>
      </dgm:spPr>
    </dgm:pt>
    <dgm:pt modelId="{9193841E-E7E2-4DFD-83A8-391965CC7F02}" type="pres">
      <dgm:prSet presAssocID="{6B646702-CFAE-4CB3-ACC7-B3A61DA8692A}" presName="circle5" presStyleLbl="lnNode1" presStyleIdx="4" presStyleCnt="5"/>
      <dgm:spPr>
        <a:solidFill>
          <a:srgbClr val="469F4E"/>
        </a:solidFill>
        <a:ln>
          <a:solidFill>
            <a:srgbClr val="EDEFF2"/>
          </a:solidFill>
        </a:ln>
      </dgm:spPr>
    </dgm:pt>
    <dgm:pt modelId="{AEA0937F-3F9B-47CE-AD98-E06B002121F6}" type="pres">
      <dgm:prSet presAssocID="{6B646702-CFAE-4CB3-ACC7-B3A61DA8692A}" presName="text5" presStyleLbl="revTx" presStyleIdx="4" presStyleCnt="5">
        <dgm:presLayoutVars>
          <dgm:bulletEnabled val="1"/>
        </dgm:presLayoutVars>
      </dgm:prSet>
      <dgm:spPr/>
    </dgm:pt>
    <dgm:pt modelId="{8E4EB24E-9CBA-40F5-B7BE-591CB4B9242D}" type="pres">
      <dgm:prSet presAssocID="{6B646702-CFAE-4CB3-ACC7-B3A61DA8692A}" presName="line5" presStyleLbl="callout" presStyleIdx="8" presStyleCnt="10"/>
      <dgm:spPr>
        <a:ln w="38100">
          <a:solidFill>
            <a:schemeClr val="bg1">
              <a:lumMod val="75000"/>
            </a:schemeClr>
          </a:solidFill>
        </a:ln>
      </dgm:spPr>
    </dgm:pt>
    <dgm:pt modelId="{ABB0F9C5-2994-4F2D-B4F8-D91CAFE4E235}" type="pres">
      <dgm:prSet presAssocID="{6B646702-CFAE-4CB3-ACC7-B3A61DA8692A}" presName="d5" presStyleLbl="callout" presStyleIdx="9" presStyleCnt="10"/>
      <dgm:spPr>
        <a:ln w="38100">
          <a:solidFill>
            <a:schemeClr val="bg1">
              <a:lumMod val="75000"/>
            </a:schemeClr>
          </a:solidFill>
        </a:ln>
      </dgm:spPr>
    </dgm:pt>
  </dgm:ptLst>
  <dgm:cxnLst>
    <dgm:cxn modelId="{A2242E1B-580F-4D6C-9750-A1CD39CF4E21}" srcId="{3F37AB0C-E0AF-4C0C-BE37-AB7ED15B048F}" destId="{A22305EB-1B03-4D18-BA58-CED9D46B982A}" srcOrd="1" destOrd="0" parTransId="{0959149F-9FE5-4B65-8DB2-DDEB7BE0F501}" sibTransId="{18153798-63DC-4217-ABFB-E517161EFB50}"/>
    <dgm:cxn modelId="{9E53B468-D6B1-4596-B7C8-756ED2B8507F}" type="presOf" srcId="{3F37AB0C-E0AF-4C0C-BE37-AB7ED15B048F}" destId="{66A0026E-2BD1-4A1C-9BC9-812B26563274}" srcOrd="0" destOrd="0" presId="urn:microsoft.com/office/officeart/2005/8/layout/target1"/>
    <dgm:cxn modelId="{4E987869-33B3-4840-A5BD-2A8CEB2A09FA}" srcId="{3F37AB0C-E0AF-4C0C-BE37-AB7ED15B048F}" destId="{E77ACCF1-D4F5-4D1E-B304-AB76185F211F}" srcOrd="0" destOrd="0" parTransId="{B21D7A12-0873-46CD-959A-2C9C526E3839}" sibTransId="{568CA2F9-BEAE-4EE8-9DC2-7CF5C910BD07}"/>
    <dgm:cxn modelId="{09E7C24F-8DA2-4B4E-8232-F9025C62F8AF}" srcId="{3F37AB0C-E0AF-4C0C-BE37-AB7ED15B048F}" destId="{1A03BC92-3297-47ED-BB95-44C89D6AC3F9}" srcOrd="2" destOrd="0" parTransId="{9FE9AF8F-2B32-40C8-9EAE-815D36897FAC}" sibTransId="{0EEF60EA-6411-4E52-99F9-8167DEB223D1}"/>
    <dgm:cxn modelId="{15CA137B-C7B3-4980-A9E2-465A6825C38B}" type="presOf" srcId="{6B646702-CFAE-4CB3-ACC7-B3A61DA8692A}" destId="{AEA0937F-3F9B-47CE-AD98-E06B002121F6}" srcOrd="0" destOrd="0" presId="urn:microsoft.com/office/officeart/2005/8/layout/target1"/>
    <dgm:cxn modelId="{069A6287-0D4A-4DDD-86C0-DC11AA8C1A2D}" srcId="{3F37AB0C-E0AF-4C0C-BE37-AB7ED15B048F}" destId="{E4D84FF1-6965-4838-8DC0-EF27B3C91D30}" srcOrd="3" destOrd="0" parTransId="{E2B0CB17-0FF3-47D3-96AE-947662D1DBDC}" sibTransId="{A6AF99EB-9508-4880-AD68-F046C6E5B9A4}"/>
    <dgm:cxn modelId="{7D9B7BA8-7F13-4C2A-A19C-E6C7261F2D01}" type="presOf" srcId="{E4D84FF1-6965-4838-8DC0-EF27B3C91D30}" destId="{A22BA3FD-52B7-4920-AEE4-ADA76EBF5439}" srcOrd="0" destOrd="0" presId="urn:microsoft.com/office/officeart/2005/8/layout/target1"/>
    <dgm:cxn modelId="{B0F2E6BF-39F9-4DD6-8421-A59A4CB6601B}" type="presOf" srcId="{1A03BC92-3297-47ED-BB95-44C89D6AC3F9}" destId="{3C54F02C-DB44-42BE-A79E-B61781816164}" srcOrd="0" destOrd="0" presId="urn:microsoft.com/office/officeart/2005/8/layout/target1"/>
    <dgm:cxn modelId="{9F80E2C1-51BE-481A-88EA-1F30632DDE25}" type="presOf" srcId="{A22305EB-1B03-4D18-BA58-CED9D46B982A}" destId="{D58904A3-9191-4401-ACE0-EF54EC69B6C9}" srcOrd="0" destOrd="0" presId="urn:microsoft.com/office/officeart/2005/8/layout/target1"/>
    <dgm:cxn modelId="{5AF41FCC-BA17-4A88-B20C-898FAE15130D}" srcId="{3F37AB0C-E0AF-4C0C-BE37-AB7ED15B048F}" destId="{6B646702-CFAE-4CB3-ACC7-B3A61DA8692A}" srcOrd="4" destOrd="0" parTransId="{BA14343D-9B9C-4947-A6BD-52C97210853F}" sibTransId="{7966CD6D-96D9-4C03-BB02-DB98D0823A7B}"/>
    <dgm:cxn modelId="{BC6E8DF5-EBE7-43FD-9D43-DDBF87C21362}" type="presOf" srcId="{E77ACCF1-D4F5-4D1E-B304-AB76185F211F}" destId="{4E060209-601B-4ED5-9CA8-2F3D7F85D8CC}" srcOrd="0" destOrd="0" presId="urn:microsoft.com/office/officeart/2005/8/layout/target1"/>
    <dgm:cxn modelId="{DEC1E4FF-EE3D-43FB-9B6C-83A105B5E985}" srcId="{3F37AB0C-E0AF-4C0C-BE37-AB7ED15B048F}" destId="{33229EE6-7334-482A-A8CC-804E59020C6D}" srcOrd="5" destOrd="0" parTransId="{6FBEA1B1-CFDE-4F87-A16B-25A80003FB42}" sibTransId="{1B3886C6-6ADD-4F83-98C3-EE2B63F93825}"/>
    <dgm:cxn modelId="{4BD70E6E-7695-4AA8-B2A9-0EF77D5737A9}" type="presParOf" srcId="{66A0026E-2BD1-4A1C-9BC9-812B26563274}" destId="{D4797622-72C1-4039-8DE4-16306FE4C580}" srcOrd="0" destOrd="0" presId="urn:microsoft.com/office/officeart/2005/8/layout/target1"/>
    <dgm:cxn modelId="{738F96D6-BD57-4F08-9D1E-1874C24AC6D6}" type="presParOf" srcId="{66A0026E-2BD1-4A1C-9BC9-812B26563274}" destId="{4E060209-601B-4ED5-9CA8-2F3D7F85D8CC}" srcOrd="1" destOrd="0" presId="urn:microsoft.com/office/officeart/2005/8/layout/target1"/>
    <dgm:cxn modelId="{75D73577-526F-4178-AF56-E413182937AD}" type="presParOf" srcId="{66A0026E-2BD1-4A1C-9BC9-812B26563274}" destId="{AC4D1EDD-D456-41A6-BB82-A1F8935595B6}" srcOrd="2" destOrd="0" presId="urn:microsoft.com/office/officeart/2005/8/layout/target1"/>
    <dgm:cxn modelId="{7F739A6B-4D1B-4660-87AD-DF37376BDDD1}" type="presParOf" srcId="{66A0026E-2BD1-4A1C-9BC9-812B26563274}" destId="{1FEC6176-40DE-4BD0-B050-C0F077823D3B}" srcOrd="3" destOrd="0" presId="urn:microsoft.com/office/officeart/2005/8/layout/target1"/>
    <dgm:cxn modelId="{F6607A94-6632-4608-A87C-9AC0A3269340}" type="presParOf" srcId="{66A0026E-2BD1-4A1C-9BC9-812B26563274}" destId="{4BC89196-F6C2-4EB0-A202-A19735FA7DA8}" srcOrd="4" destOrd="0" presId="urn:microsoft.com/office/officeart/2005/8/layout/target1"/>
    <dgm:cxn modelId="{F5DE6838-F69B-48A1-99F7-27AF150B9C31}" type="presParOf" srcId="{66A0026E-2BD1-4A1C-9BC9-812B26563274}" destId="{D58904A3-9191-4401-ACE0-EF54EC69B6C9}" srcOrd="5" destOrd="0" presId="urn:microsoft.com/office/officeart/2005/8/layout/target1"/>
    <dgm:cxn modelId="{BADA7E0B-0BDB-4B0D-A6F7-3B2F74B2DA05}" type="presParOf" srcId="{66A0026E-2BD1-4A1C-9BC9-812B26563274}" destId="{261AD1BE-AF63-46A7-A03A-42105021AA98}" srcOrd="6" destOrd="0" presId="urn:microsoft.com/office/officeart/2005/8/layout/target1"/>
    <dgm:cxn modelId="{E937E435-8DF0-42C3-94EE-ED38AB21CA42}" type="presParOf" srcId="{66A0026E-2BD1-4A1C-9BC9-812B26563274}" destId="{56DFE774-4773-43A3-8802-BF68728608C4}" srcOrd="7" destOrd="0" presId="urn:microsoft.com/office/officeart/2005/8/layout/target1"/>
    <dgm:cxn modelId="{167C1D57-D09C-4687-B2D8-2905EC25BD97}" type="presParOf" srcId="{66A0026E-2BD1-4A1C-9BC9-812B26563274}" destId="{1BE05CA1-2C34-4118-BABF-09BCC7C1D3D9}" srcOrd="8" destOrd="0" presId="urn:microsoft.com/office/officeart/2005/8/layout/target1"/>
    <dgm:cxn modelId="{98BBB46F-D9C5-4D46-9F66-2A32D8806943}" type="presParOf" srcId="{66A0026E-2BD1-4A1C-9BC9-812B26563274}" destId="{3C54F02C-DB44-42BE-A79E-B61781816164}" srcOrd="9" destOrd="0" presId="urn:microsoft.com/office/officeart/2005/8/layout/target1"/>
    <dgm:cxn modelId="{6FA0E92D-71A8-4769-B2B5-A6F2904BEA3A}" type="presParOf" srcId="{66A0026E-2BD1-4A1C-9BC9-812B26563274}" destId="{ED7A8088-823F-42AF-BC3C-1B4330E8053D}" srcOrd="10" destOrd="0" presId="urn:microsoft.com/office/officeart/2005/8/layout/target1"/>
    <dgm:cxn modelId="{48B4F6C9-E8DC-4FEC-89A3-9B9A9F185945}" type="presParOf" srcId="{66A0026E-2BD1-4A1C-9BC9-812B26563274}" destId="{5657DA8D-F733-4612-AC2A-2E89ABF7FC39}" srcOrd="11" destOrd="0" presId="urn:microsoft.com/office/officeart/2005/8/layout/target1"/>
    <dgm:cxn modelId="{4E2B3C10-FDF6-4BB5-9870-08BDE4405512}" type="presParOf" srcId="{66A0026E-2BD1-4A1C-9BC9-812B26563274}" destId="{E5A418E9-0166-422F-8D6C-6DF61BC6AD7B}" srcOrd="12" destOrd="0" presId="urn:microsoft.com/office/officeart/2005/8/layout/target1"/>
    <dgm:cxn modelId="{27D3A6D4-F491-4102-A237-CBC123F76187}" type="presParOf" srcId="{66A0026E-2BD1-4A1C-9BC9-812B26563274}" destId="{A22BA3FD-52B7-4920-AEE4-ADA76EBF5439}" srcOrd="13" destOrd="0" presId="urn:microsoft.com/office/officeart/2005/8/layout/target1"/>
    <dgm:cxn modelId="{18E089E0-5BC3-44FF-B7DF-FE4D5B78C1A1}" type="presParOf" srcId="{66A0026E-2BD1-4A1C-9BC9-812B26563274}" destId="{2E89DD40-B16C-446A-87C4-995C61C76BB9}" srcOrd="14" destOrd="0" presId="urn:microsoft.com/office/officeart/2005/8/layout/target1"/>
    <dgm:cxn modelId="{2451455E-5160-4B4B-A41E-4FB829B969C2}" type="presParOf" srcId="{66A0026E-2BD1-4A1C-9BC9-812B26563274}" destId="{CF9B4F84-DEA8-43A4-B197-C991A747C42D}" srcOrd="15" destOrd="0" presId="urn:microsoft.com/office/officeart/2005/8/layout/target1"/>
    <dgm:cxn modelId="{8F6FBF3F-37D4-4055-AFBC-BA983A29780E}" type="presParOf" srcId="{66A0026E-2BD1-4A1C-9BC9-812B26563274}" destId="{9193841E-E7E2-4DFD-83A8-391965CC7F02}" srcOrd="16" destOrd="0" presId="urn:microsoft.com/office/officeart/2005/8/layout/target1"/>
    <dgm:cxn modelId="{24D14C1C-DD3B-4D6D-AD66-367314ADAE3E}" type="presParOf" srcId="{66A0026E-2BD1-4A1C-9BC9-812B26563274}" destId="{AEA0937F-3F9B-47CE-AD98-E06B002121F6}" srcOrd="17" destOrd="0" presId="urn:microsoft.com/office/officeart/2005/8/layout/target1"/>
    <dgm:cxn modelId="{6A27AA08-EFA9-477B-8E67-A98D3F6ED1F5}" type="presParOf" srcId="{66A0026E-2BD1-4A1C-9BC9-812B26563274}" destId="{8E4EB24E-9CBA-40F5-B7BE-591CB4B9242D}" srcOrd="18" destOrd="0" presId="urn:microsoft.com/office/officeart/2005/8/layout/target1"/>
    <dgm:cxn modelId="{FE9F0DDA-169D-476D-939B-9646DE8DA649}" type="presParOf" srcId="{66A0026E-2BD1-4A1C-9BC9-812B26563274}" destId="{ABB0F9C5-2994-4F2D-B4F8-D91CAFE4E235}" srcOrd="19" destOrd="0" presId="urn:microsoft.com/office/officeart/2005/8/layout/target1"/>
  </dgm:cxnLst>
  <dgm:bg/>
  <dgm:whole>
    <a:ln w="38100"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93841E-E7E2-4DFD-83A8-391965CC7F02}">
      <dsp:nvSpPr>
        <dsp:cNvPr id="0" name=""/>
        <dsp:cNvSpPr/>
      </dsp:nvSpPr>
      <dsp:spPr>
        <a:xfrm>
          <a:off x="677333" y="1181811"/>
          <a:ext cx="4064000" cy="4064000"/>
        </a:xfrm>
        <a:prstGeom prst="ellipse">
          <a:avLst/>
        </a:prstGeom>
        <a:solidFill>
          <a:srgbClr val="469F4E"/>
        </a:solidFill>
        <a:ln w="19050" cap="flat" cmpd="sng" algn="ctr">
          <a:solidFill>
            <a:srgbClr val="EDEFF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A418E9-0166-422F-8D6C-6DF61BC6AD7B}">
      <dsp:nvSpPr>
        <dsp:cNvPr id="0" name=""/>
        <dsp:cNvSpPr/>
      </dsp:nvSpPr>
      <dsp:spPr>
        <a:xfrm>
          <a:off x="1128775" y="1633253"/>
          <a:ext cx="3161114" cy="3161114"/>
        </a:xfrm>
        <a:prstGeom prst="ellipse">
          <a:avLst/>
        </a:prstGeom>
        <a:solidFill>
          <a:srgbClr val="FFCC00"/>
        </a:solidFill>
        <a:ln w="19050" cap="flat" cmpd="sng" algn="ctr">
          <a:solidFill>
            <a:srgbClr val="EDEFF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E05CA1-2C34-4118-BABF-09BCC7C1D3D9}">
      <dsp:nvSpPr>
        <dsp:cNvPr id="0" name=""/>
        <dsp:cNvSpPr/>
      </dsp:nvSpPr>
      <dsp:spPr>
        <a:xfrm>
          <a:off x="1580218" y="2084696"/>
          <a:ext cx="2258229" cy="2258229"/>
        </a:xfrm>
        <a:prstGeom prst="ellipse">
          <a:avLst/>
        </a:prstGeom>
        <a:solidFill>
          <a:srgbClr val="F04B23"/>
        </a:solidFill>
        <a:ln w="19050" cap="flat" cmpd="sng" algn="ctr">
          <a:solidFill>
            <a:srgbClr val="EDEFF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C89196-F6C2-4EB0-A202-A19735FA7DA8}">
      <dsp:nvSpPr>
        <dsp:cNvPr id="0" name=""/>
        <dsp:cNvSpPr/>
      </dsp:nvSpPr>
      <dsp:spPr>
        <a:xfrm>
          <a:off x="2031999" y="2536478"/>
          <a:ext cx="1354666" cy="1354666"/>
        </a:xfrm>
        <a:prstGeom prst="ellipse">
          <a:avLst/>
        </a:prstGeom>
        <a:solidFill>
          <a:srgbClr val="00AEFF"/>
        </a:solidFill>
        <a:ln w="19050" cap="flat" cmpd="sng" algn="ctr">
          <a:solidFill>
            <a:srgbClr val="EDEFF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797622-72C1-4039-8DE4-16306FE4C580}">
      <dsp:nvSpPr>
        <dsp:cNvPr id="0" name=""/>
        <dsp:cNvSpPr/>
      </dsp:nvSpPr>
      <dsp:spPr>
        <a:xfrm>
          <a:off x="2483442" y="2987920"/>
          <a:ext cx="451781" cy="451781"/>
        </a:xfrm>
        <a:prstGeom prst="ellipse">
          <a:avLst/>
        </a:prstGeom>
        <a:solidFill>
          <a:srgbClr val="3A27D0"/>
        </a:solidFill>
        <a:ln w="19050" cap="flat" cmpd="sng" algn="ctr">
          <a:solidFill>
            <a:srgbClr val="EDEFF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060209-601B-4ED5-9CA8-2F3D7F85D8CC}">
      <dsp:nvSpPr>
        <dsp:cNvPr id="0" name=""/>
        <dsp:cNvSpPr/>
      </dsp:nvSpPr>
      <dsp:spPr>
        <a:xfrm>
          <a:off x="5418666" y="172855"/>
          <a:ext cx="2032000" cy="717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29210" rIns="29210" bIns="2921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300" kern="1200"/>
            <a:t>City</a:t>
          </a:r>
        </a:p>
      </dsp:txBody>
      <dsp:txXfrm>
        <a:off x="5418666" y="172855"/>
        <a:ext cx="2032000" cy="717431"/>
      </dsp:txXfrm>
    </dsp:sp>
    <dsp:sp modelId="{AC4D1EDD-D456-41A6-BB82-A1F8935595B6}">
      <dsp:nvSpPr>
        <dsp:cNvPr id="0" name=""/>
        <dsp:cNvSpPr/>
      </dsp:nvSpPr>
      <dsp:spPr>
        <a:xfrm>
          <a:off x="4910666" y="531571"/>
          <a:ext cx="508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bg1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EC6176-40DE-4BD0-B050-C0F077823D3B}">
      <dsp:nvSpPr>
        <dsp:cNvPr id="0" name=""/>
        <dsp:cNvSpPr/>
      </dsp:nvSpPr>
      <dsp:spPr>
        <a:xfrm rot="5400000">
          <a:off x="2467186" y="773717"/>
          <a:ext cx="2682240" cy="2197946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bg1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8904A3-9191-4401-ACE0-EF54EC69B6C9}">
      <dsp:nvSpPr>
        <dsp:cNvPr id="0" name=""/>
        <dsp:cNvSpPr/>
      </dsp:nvSpPr>
      <dsp:spPr>
        <a:xfrm>
          <a:off x="5418666" y="931468"/>
          <a:ext cx="2032000" cy="717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29210" rIns="29210" bIns="2921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300" kern="1200" dirty="0"/>
            <a:t>Administrative Community</a:t>
          </a:r>
        </a:p>
      </dsp:txBody>
      <dsp:txXfrm>
        <a:off x="5418666" y="931468"/>
        <a:ext cx="2032000" cy="717431"/>
      </dsp:txXfrm>
    </dsp:sp>
    <dsp:sp modelId="{261AD1BE-AF63-46A7-A03A-42105021AA98}">
      <dsp:nvSpPr>
        <dsp:cNvPr id="0" name=""/>
        <dsp:cNvSpPr/>
      </dsp:nvSpPr>
      <dsp:spPr>
        <a:xfrm>
          <a:off x="4910666" y="1290184"/>
          <a:ext cx="508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bg1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DFE774-4773-43A3-8802-BF68728608C4}">
      <dsp:nvSpPr>
        <dsp:cNvPr id="0" name=""/>
        <dsp:cNvSpPr/>
      </dsp:nvSpPr>
      <dsp:spPr>
        <a:xfrm rot="5400000">
          <a:off x="2861326" y="1474690"/>
          <a:ext cx="2233303" cy="1862666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bg1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54F02C-DB44-42BE-A79E-B61781816164}">
      <dsp:nvSpPr>
        <dsp:cNvPr id="0" name=""/>
        <dsp:cNvSpPr/>
      </dsp:nvSpPr>
      <dsp:spPr>
        <a:xfrm>
          <a:off x="5418666" y="1690082"/>
          <a:ext cx="2032000" cy="717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29210" rIns="29210" bIns="2921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300" kern="1200" dirty="0" err="1"/>
            <a:t>District</a:t>
          </a:r>
          <a:endParaRPr lang="de-DE" sz="2300" kern="1200" dirty="0"/>
        </a:p>
      </dsp:txBody>
      <dsp:txXfrm>
        <a:off x="5418666" y="1690082"/>
        <a:ext cx="2032000" cy="717431"/>
      </dsp:txXfrm>
    </dsp:sp>
    <dsp:sp modelId="{ED7A8088-823F-42AF-BC3C-1B4330E8053D}">
      <dsp:nvSpPr>
        <dsp:cNvPr id="0" name=""/>
        <dsp:cNvSpPr/>
      </dsp:nvSpPr>
      <dsp:spPr>
        <a:xfrm>
          <a:off x="4910666" y="2048797"/>
          <a:ext cx="508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bg1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57DA8D-F733-4612-AC2A-2E89ABF7FC39}">
      <dsp:nvSpPr>
        <dsp:cNvPr id="0" name=""/>
        <dsp:cNvSpPr/>
      </dsp:nvSpPr>
      <dsp:spPr>
        <a:xfrm rot="5400000">
          <a:off x="3247813" y="2147011"/>
          <a:ext cx="1761066" cy="156464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bg1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2BA3FD-52B7-4920-AEE4-ADA76EBF5439}">
      <dsp:nvSpPr>
        <dsp:cNvPr id="0" name=""/>
        <dsp:cNvSpPr/>
      </dsp:nvSpPr>
      <dsp:spPr>
        <a:xfrm>
          <a:off x="5418666" y="2432439"/>
          <a:ext cx="2032000" cy="717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29210" rIns="29210" bIns="2921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300" kern="1200" dirty="0"/>
            <a:t>Administrative </a:t>
          </a:r>
          <a:r>
            <a:rPr lang="de-DE" sz="2300" kern="1200" dirty="0" err="1"/>
            <a:t>District</a:t>
          </a:r>
          <a:endParaRPr lang="de-DE" sz="2300" kern="1200" dirty="0"/>
        </a:p>
      </dsp:txBody>
      <dsp:txXfrm>
        <a:off x="5418666" y="2432439"/>
        <a:ext cx="2032000" cy="717431"/>
      </dsp:txXfrm>
    </dsp:sp>
    <dsp:sp modelId="{2E89DD40-B16C-446A-87C4-995C61C76BB9}">
      <dsp:nvSpPr>
        <dsp:cNvPr id="0" name=""/>
        <dsp:cNvSpPr/>
      </dsp:nvSpPr>
      <dsp:spPr>
        <a:xfrm>
          <a:off x="4940161" y="2791155"/>
          <a:ext cx="508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bg1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9B4F84-DEA8-43A4-B197-C991A747C42D}">
      <dsp:nvSpPr>
        <dsp:cNvPr id="0" name=""/>
        <dsp:cNvSpPr/>
      </dsp:nvSpPr>
      <dsp:spPr>
        <a:xfrm rot="5400000">
          <a:off x="3662036" y="2856856"/>
          <a:ext cx="1343829" cy="1212426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bg1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A0937F-3F9B-47CE-AD98-E06B002121F6}">
      <dsp:nvSpPr>
        <dsp:cNvPr id="0" name=""/>
        <dsp:cNvSpPr/>
      </dsp:nvSpPr>
      <dsp:spPr>
        <a:xfrm>
          <a:off x="5418666" y="3153122"/>
          <a:ext cx="2032000" cy="717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29210" rIns="29210" bIns="2921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300" kern="1200" dirty="0"/>
            <a:t>Federal State</a:t>
          </a:r>
        </a:p>
      </dsp:txBody>
      <dsp:txXfrm>
        <a:off x="5418666" y="3153122"/>
        <a:ext cx="2032000" cy="717431"/>
      </dsp:txXfrm>
    </dsp:sp>
    <dsp:sp modelId="{8E4EB24E-9CBA-40F5-B7BE-591CB4B9242D}">
      <dsp:nvSpPr>
        <dsp:cNvPr id="0" name=""/>
        <dsp:cNvSpPr/>
      </dsp:nvSpPr>
      <dsp:spPr>
        <a:xfrm>
          <a:off x="4910666" y="3511838"/>
          <a:ext cx="508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bg1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B0F9C5-2994-4F2D-B4F8-D91CAFE4E235}">
      <dsp:nvSpPr>
        <dsp:cNvPr id="0" name=""/>
        <dsp:cNvSpPr/>
      </dsp:nvSpPr>
      <dsp:spPr>
        <a:xfrm rot="5400000">
          <a:off x="3996266" y="3545704"/>
          <a:ext cx="948266" cy="880533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bg1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1C7F0A-FCDA-EDF2-0814-147D2B0E31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90B4DA1-473D-E36C-3889-08C713C997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6C6B1E6-900E-C1A7-CBAC-C31870A7B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1A05D-F8A6-4405-8AD7-E395D8D5122C}" type="datetimeFigureOut">
              <a:rPr lang="de-DE" smtClean="0"/>
              <a:t>23.06.2026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12FF7B5-CA43-7BB2-20E4-EF6DCB7EA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E0F0A88-3301-726E-4CDF-31685F090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1E38-AF05-4A04-A862-C3E3133BDE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1600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2845D4-43AD-B996-662C-52181F483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3BE0C87-109D-8A86-D4DA-68C23A034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C111091-2768-BC8D-AB0D-C9321895C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1A05D-F8A6-4405-8AD7-E395D8D5122C}" type="datetimeFigureOut">
              <a:rPr lang="de-DE" smtClean="0"/>
              <a:t>23.06.2026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57872FF-1A96-C1CA-076D-82D1F3BA6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3924EAF-7056-FB88-B44C-F0BD40AA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1E38-AF05-4A04-A862-C3E3133BDE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6904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ECC46B-F848-44BA-83BB-C0F9AD7BE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94FB07C-C8D0-9CCA-4A7D-1D2E6744E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713B537-F937-B58D-85F4-22E62AD12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1A05D-F8A6-4405-8AD7-E395D8D5122C}" type="datetimeFigureOut">
              <a:rPr lang="de-DE" smtClean="0"/>
              <a:t>23.06.2026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E2FAD41-821E-5022-1092-0E573BE36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EFB3D53-C664-A80A-77F5-D5B8F6583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1E38-AF05-4A04-A862-C3E3133BDE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533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7DC405-3F78-97A6-AFAB-C8BA8C59A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78D8FDB-EDB9-4242-DDF2-4AAAEBADC4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C869B62-4E4D-2A2B-1F61-33A51B8C73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80C68B3-A308-1536-AB95-602F83603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1A05D-F8A6-4405-8AD7-E395D8D5122C}" type="datetimeFigureOut">
              <a:rPr lang="de-DE" smtClean="0"/>
              <a:t>23.06.2026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68033FE-B557-ECEF-4CAF-1628AFE59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D8DABEB-F83D-EBBE-D798-35AF0C693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1E38-AF05-4A04-A862-C3E3133BDE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3121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F154D3-D9E4-3018-7F8E-101CD5D6F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1CCC45D-0C56-0ABC-CEFD-DB1B24352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999476C-FDB0-92F1-0116-18B19DA16A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1A4B8BC-B633-7566-7739-00EF2A18D5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135B730-40D1-BB1F-3EF7-4646D04BAB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C10071B-991B-30A0-24A8-37A0F96A1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1A05D-F8A6-4405-8AD7-E395D8D5122C}" type="datetimeFigureOut">
              <a:rPr lang="de-DE" smtClean="0"/>
              <a:t>23.06.2026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BFFDE6D-64EF-8D6E-1838-21D2F2B86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BBA7C49-3011-FCC4-51EB-8297EDF56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1E38-AF05-4A04-A862-C3E3133BDE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7789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0619D8-3B86-259D-5B06-C0A1F90F6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2BD27B6-9C62-C46F-EFC9-D6B1B7627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1A05D-F8A6-4405-8AD7-E395D8D5122C}" type="datetimeFigureOut">
              <a:rPr lang="de-DE" smtClean="0"/>
              <a:t>23.06.2026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978ED52-3B0C-2765-169B-7E9E8E920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8FBB524-F335-A7F9-DC42-53E8E9CB2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1E38-AF05-4A04-A862-C3E3133BDE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0838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C4DB897-53A8-A8D6-B061-D7F3F944B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1A05D-F8A6-4405-8AD7-E395D8D5122C}" type="datetimeFigureOut">
              <a:rPr lang="de-DE" smtClean="0"/>
              <a:t>23.06.2026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342ABF5-FCBB-DA7F-95D0-D822BEA04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6BF751C-977F-2681-818D-D04496804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1E38-AF05-4A04-A862-C3E3133BDE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8291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ABC9D2-8BAF-CEC1-97CB-2DCF4A6C5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1520D0-57FF-0FCD-2FA9-4FE5FED03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893D3C0-5ED8-810C-4F7D-89CE795F7D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7D8014E-2332-936C-658C-972BCE143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1A05D-F8A6-4405-8AD7-E395D8D5122C}" type="datetimeFigureOut">
              <a:rPr lang="de-DE" smtClean="0"/>
              <a:t>23.06.2026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B387A3C-70AC-CB9A-0113-51EE43890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6047162-0003-68A6-60D8-472D2E8BF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1E38-AF05-4A04-A862-C3E3133BDE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757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3C1813-6BA7-F0F9-E238-8A051C2DC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F0D2B69-D6A0-DBDE-1D5D-261A99E07C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3A812D5-4816-E074-9D62-38B69F2487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9023FDC-E46F-DF6D-2125-6EC067441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1A05D-F8A6-4405-8AD7-E395D8D5122C}" type="datetimeFigureOut">
              <a:rPr lang="de-DE" smtClean="0"/>
              <a:t>23.06.2026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A030663-BC7A-5A56-8E95-8065BB3AC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0A0D237-79F9-CF2D-0566-9C8BEC1CE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1E38-AF05-4A04-A862-C3E3133BDE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1796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C843E5-39DA-7630-FDC3-771915B9C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AD602DB-41E4-0404-D824-844CB9A06C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1A5C8AA-70C3-1E9D-B239-0E8EAE322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1A05D-F8A6-4405-8AD7-E395D8D5122C}" type="datetimeFigureOut">
              <a:rPr lang="de-DE" smtClean="0"/>
              <a:t>23.06.2026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CCCFA14-8408-2981-18FB-46D50CD59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A1CFA1F-0562-0C2C-55A7-0A4CA5DBC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1E38-AF05-4A04-A862-C3E3133BDE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2250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81EBF66-077C-DD64-8A76-44110A483B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59BC16F-9BF2-5894-8B5C-92BA0B359B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A5E833-E763-DEFE-5A02-4C68CB395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1A05D-F8A6-4405-8AD7-E395D8D5122C}" type="datetimeFigureOut">
              <a:rPr lang="de-DE" smtClean="0"/>
              <a:t>23.06.2026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0579717-F917-6D11-A9C8-111524492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F7C893E-02A8-76DF-10C8-21167ACAD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1E38-AF05-4A04-A862-C3E3133BDE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0627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36D866E-3D61-7889-3A8C-0C4EDFE02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16A0B6A-6740-42BC-6368-DB356880A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B9379EB-88CA-CA8C-739D-F97F2C0AFF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81A05D-F8A6-4405-8AD7-E395D8D5122C}" type="datetimeFigureOut">
              <a:rPr lang="de-DE" smtClean="0"/>
              <a:t>23.06.2026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04F1AE8-B84D-CC37-E564-E5F8005A2C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1686641-D5DE-C5F8-8729-B6A5226DBB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D11E38-AF05-4A04-A862-C3E3133BDE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9874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m 6">
            <a:extLst>
              <a:ext uri="{FF2B5EF4-FFF2-40B4-BE49-F238E27FC236}">
                <a16:creationId xmlns:a16="http://schemas.microsoft.com/office/drawing/2014/main" id="{38216B30-C515-D28E-F410-0C93A86D2B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13033294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72241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Breitbild</PresentationFormat>
  <Paragraphs>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anne staskiewicz</dc:creator>
  <cp:lastModifiedBy>anne staskiewicz</cp:lastModifiedBy>
  <cp:revision>2</cp:revision>
  <dcterms:created xsi:type="dcterms:W3CDTF">2026-06-23T11:15:35Z</dcterms:created>
  <dcterms:modified xsi:type="dcterms:W3CDTF">2026-06-23T14:40:50Z</dcterms:modified>
</cp:coreProperties>
</file>